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34B4FA-A64F-2DD8-3AB8-D77C47772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C9B32AD-14FC-801E-43A7-EA9E14955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E77CA7-5E15-CA81-9447-538DA0D4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023A84-D859-43A5-4F49-F6500A39D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D296E0-C164-15EC-8E65-1031891C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97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07CE7D-BC27-1C0E-5833-E74A98B6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790CC5-4C17-AF5A-440C-117A2A2F9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01FD69-AEA2-0A25-C4BB-56125BC96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C41A7C-F341-17C2-E1EE-700964EB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DFD3AB-DCCB-6DF6-AC38-40CE60E4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648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B99277-DB7A-8FD4-F3D7-5617057DB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359389-FF78-716B-AC08-B9285F850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EC1557-043A-9016-4A27-FDB9D7F3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57CA8B-7F23-6980-88A6-37C51AC3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615F48-E6C4-AD68-BD69-3E6F7F28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135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7F88A-64DB-9C02-E65D-3392FD8F7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EA034D-2287-49F3-5A62-0809A7BB6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D0EAC58-B947-FB47-CFED-12A1FCA10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DC08B6-13F5-CE56-B5D0-94E65237C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D82000-D2B2-4E8E-95B1-F843E5E11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05491C6-5018-4DE7-BA19-C67761D3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81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6A8DF-E440-98C4-D5D2-82163DFA2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B55E6E-C193-9755-FE43-34DFB896E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9D669A-8D1D-6036-C731-7CDC44D28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A828C35-85D3-01F0-2F87-3E371376A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4574A6D-1AB9-318A-9233-690391FD2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6F470C7-1837-085D-D85A-86DE812C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53AC1E1-5146-D465-1E1D-7EB3C11B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2B24FD9-5748-19A6-D6C8-87CC0A7A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852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19BB8F-0AAB-DF62-CAD0-1ED7F55D5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BA6B3B3-8D1A-C450-F052-3BBDB7DED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6CC7719-83CC-2EC3-0405-845FF8AE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91B5B5-A365-03C6-64B1-2FBBA3FB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171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8A2D506-A3EE-8601-F5B0-6137C861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87B29E8-2AB7-8D24-791E-B09050D3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A9C334-49C9-B5C1-A05C-7AE69804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8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7D6C80-96A5-CCA7-64C6-31B2C71CF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8617A9-9421-6C29-2528-532D4266C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E6E309-4D6A-3AFB-954A-742197F1F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65EED4-CBD9-55D0-C609-599DD475B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F18D878-B38C-069E-4957-43F954EED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2756CE-2D57-4B1F-0A73-B1FED060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845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EC6123-FACA-08B4-A27A-65D435E76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C18153C-8037-1983-FBB5-638A687A3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1805B54-35CE-B5B7-F25B-81F5B4BE9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5D6C3A-E9EC-4442-AD96-013134AF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444ED1C-88F6-8A4A-9711-3F32BA2AD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849681D-ED83-69A3-66F1-0A2B22446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5492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88F492-6832-3AE9-6C73-949FAFE9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43B1FF2-07ED-EC0B-A018-F4FB6E58C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6FF89A-1A6C-EDB3-7E16-15737200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308E16-4E03-F166-184A-01DD1041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FBD429-757C-5339-A193-02A60D0A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8297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141A534-DBFC-CEDA-EE14-4700C4E52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4D0BA3-9369-B777-BB26-3AD6E7AAD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8D6171-5B95-475C-243E-51E020D2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49EC95-5B0D-0FD7-B98B-92CCEFD8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C79CBF-9BF6-4D1C-932B-283C15DE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334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1E1673D-D081-326D-E4E8-381D602E4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EF98638-8F4F-5E8E-6769-9F7702520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3E8BB8-6F8D-ED76-08CB-EF695F151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C1CF02-BC93-4CFC-8444-C1F68E6A339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7BA657-45C3-5158-AAFE-D76FEBD1A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2DAA60-3553-BE00-FF64-7D872E1E5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68CCB-4EF4-4EB9-883D-147564D9B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96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DAB849E-7C05-E586-BBB6-1408A6A0B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2" y="5089641"/>
            <a:ext cx="5689895" cy="1367429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95838708-EB9C-70B6-9E33-902401E86F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810"/>
          <a:stretch/>
        </p:blipFill>
        <p:spPr>
          <a:xfrm>
            <a:off x="773722" y="588997"/>
            <a:ext cx="5795890" cy="38388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369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C1FB2FD-5966-5414-0833-7C4FE3182D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426"/>
          <a:stretch/>
        </p:blipFill>
        <p:spPr>
          <a:xfrm>
            <a:off x="0" y="563721"/>
            <a:ext cx="6306918" cy="4071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156FA45C-14A1-B16C-21E5-D8F989036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811" y="948770"/>
            <a:ext cx="4403644" cy="98452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D36D723-29BA-F9EB-0761-2A5488C86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058" y="2485767"/>
            <a:ext cx="4523150" cy="188646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78644B5-C61C-8684-BA49-6FEA91F76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930" y="5351939"/>
            <a:ext cx="5858693" cy="111458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5027C1A-7632-7D9B-D53B-75569977B150}"/>
              </a:ext>
            </a:extLst>
          </p:cNvPr>
          <p:cNvSpPr/>
          <p:nvPr/>
        </p:nvSpPr>
        <p:spPr>
          <a:xfrm>
            <a:off x="9208655" y="1625600"/>
            <a:ext cx="443346" cy="147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5623E8-32C7-16AA-9E7B-B86C96FD07E0}"/>
              </a:ext>
            </a:extLst>
          </p:cNvPr>
          <p:cNvSpPr/>
          <p:nvPr/>
        </p:nvSpPr>
        <p:spPr>
          <a:xfrm>
            <a:off x="7462982" y="2613891"/>
            <a:ext cx="2262909" cy="2991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093313-607B-BAAC-F464-C8A04DEA7B2F}"/>
              </a:ext>
            </a:extLst>
          </p:cNvPr>
          <p:cNvSpPr/>
          <p:nvPr/>
        </p:nvSpPr>
        <p:spPr>
          <a:xfrm>
            <a:off x="7462982" y="2912999"/>
            <a:ext cx="2189019" cy="2991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2562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D349913-3B1E-842D-8943-3272B6D07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77" y="524408"/>
            <a:ext cx="5149387" cy="133408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D36C999-ECEF-12B7-3E3D-28687A12B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77" y="2271014"/>
            <a:ext cx="5229955" cy="174331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E734A7C-FA5E-85A5-9119-C5928BAD3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77" y="4423956"/>
            <a:ext cx="5229955" cy="180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815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D513BFA-9E74-A0BC-1201-125E424DE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22" y="385483"/>
            <a:ext cx="4334480" cy="10764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7CDC234-038D-AAC7-5917-E0B41A90F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922" y="1652343"/>
            <a:ext cx="5306165" cy="203863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85ACC7D-BE2E-B0C0-8983-760BD7E75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567" y="3881363"/>
            <a:ext cx="5439534" cy="81926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63A740E-36D4-2F37-E21E-82FB4CFFC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876" y="5036282"/>
            <a:ext cx="3534268" cy="1629002"/>
          </a:xfrm>
          <a:prstGeom prst="rect">
            <a:avLst/>
          </a:prstGeom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12D8294D-551D-91A4-AA45-F85E478554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2692"/>
          <a:stretch/>
        </p:blipFill>
        <p:spPr>
          <a:xfrm>
            <a:off x="189754" y="1516731"/>
            <a:ext cx="5144245" cy="3329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1C3F257-BA9C-7B18-7E21-C1CBABA36550}"/>
              </a:ext>
            </a:extLst>
          </p:cNvPr>
          <p:cNvSpPr/>
          <p:nvPr/>
        </p:nvSpPr>
        <p:spPr>
          <a:xfrm>
            <a:off x="5638800" y="704850"/>
            <a:ext cx="3067050" cy="514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0E3186-FA6A-A513-9723-E3315205A2F2}"/>
              </a:ext>
            </a:extLst>
          </p:cNvPr>
          <p:cNvSpPr/>
          <p:nvPr/>
        </p:nvSpPr>
        <p:spPr>
          <a:xfrm>
            <a:off x="6410325" y="2028825"/>
            <a:ext cx="3914775" cy="161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215E1B-7673-24AC-3BC2-547472907B9A}"/>
              </a:ext>
            </a:extLst>
          </p:cNvPr>
          <p:cNvSpPr/>
          <p:nvPr/>
        </p:nvSpPr>
        <p:spPr>
          <a:xfrm>
            <a:off x="5638800" y="2190750"/>
            <a:ext cx="1933575" cy="1903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B0574B-D341-1818-E6EB-688888068C41}"/>
              </a:ext>
            </a:extLst>
          </p:cNvPr>
          <p:cNvSpPr/>
          <p:nvPr/>
        </p:nvSpPr>
        <p:spPr>
          <a:xfrm>
            <a:off x="5638800" y="3000375"/>
            <a:ext cx="2057400" cy="1903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65A78A-AC47-C878-6315-E5A71CCE0761}"/>
              </a:ext>
            </a:extLst>
          </p:cNvPr>
          <p:cNvSpPr/>
          <p:nvPr/>
        </p:nvSpPr>
        <p:spPr>
          <a:xfrm>
            <a:off x="5638800" y="3352800"/>
            <a:ext cx="323850" cy="1903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D49D73ED-2E1A-572B-C6D7-E5E53C001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567" y="4700627"/>
            <a:ext cx="3534268" cy="1728625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F7F66E61-0FE3-EE44-D0EA-9D4081C9CDDD}"/>
              </a:ext>
            </a:extLst>
          </p:cNvPr>
          <p:cNvSpPr/>
          <p:nvPr/>
        </p:nvSpPr>
        <p:spPr>
          <a:xfrm>
            <a:off x="6829425" y="5381625"/>
            <a:ext cx="3381375" cy="10476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4FDB660-9526-FD05-3793-76A9B6635B7F}"/>
              </a:ext>
            </a:extLst>
          </p:cNvPr>
          <p:cNvSpPr/>
          <p:nvPr/>
        </p:nvSpPr>
        <p:spPr>
          <a:xfrm>
            <a:off x="2828925" y="5465137"/>
            <a:ext cx="3467219" cy="11166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84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003457A-1D22-B9A2-6D3C-94B4BBB20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59" y="691847"/>
            <a:ext cx="6890881" cy="171810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56559F3-1CE4-329C-A5B3-438E7B71A0B7}"/>
              </a:ext>
            </a:extLst>
          </p:cNvPr>
          <p:cNvSpPr txBox="1"/>
          <p:nvPr/>
        </p:nvSpPr>
        <p:spPr>
          <a:xfrm>
            <a:off x="363359" y="3057525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input</a:t>
            </a:r>
            <a:r>
              <a:rPr lang="zh-TW" altLang="en-US" dirty="0"/>
              <a:t>輸入</a:t>
            </a:r>
            <a:endParaRPr lang="en-US" altLang="zh-TW" dirty="0"/>
          </a:p>
          <a:p>
            <a:r>
              <a:rPr lang="en-US" altLang="zh-TW" dirty="0"/>
              <a:t>//</a:t>
            </a:r>
            <a:r>
              <a:rPr lang="zh-TW" altLang="en-US" dirty="0"/>
              <a:t>整除</a:t>
            </a:r>
            <a:endParaRPr lang="en-US" altLang="zh-TW" dirty="0"/>
          </a:p>
          <a:p>
            <a:r>
              <a:rPr lang="en-US" altLang="zh-TW" dirty="0"/>
              <a:t>%</a:t>
            </a:r>
            <a:r>
              <a:rPr lang="zh-TW" altLang="en-US" dirty="0"/>
              <a:t>取餘數</a:t>
            </a:r>
            <a:endParaRPr lang="en-US" altLang="zh-TW" dirty="0"/>
          </a:p>
          <a:p>
            <a:r>
              <a:rPr lang="en-US" altLang="zh-TW" dirty="0"/>
              <a:t>.format()</a:t>
            </a:r>
            <a:r>
              <a:rPr lang="zh-TW" altLang="en-US" dirty="0"/>
              <a:t>把字串輸入到</a:t>
            </a:r>
            <a:r>
              <a:rPr lang="en-US" altLang="zh-TW" dirty="0"/>
              <a:t>{}</a:t>
            </a:r>
            <a:r>
              <a:rPr lang="zh-TW" altLang="en-US" dirty="0"/>
              <a:t>裡</a:t>
            </a:r>
          </a:p>
        </p:txBody>
      </p:sp>
    </p:spTree>
    <p:extLst>
      <p:ext uri="{BB962C8B-B14F-4D97-AF65-F5344CB8AC3E}">
        <p14:creationId xmlns:p14="http://schemas.microsoft.com/office/powerpoint/2010/main" val="2925284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16</Words>
  <Application>Microsoft Office PowerPoint</Application>
  <PresentationFormat>寬螢幕</PresentationFormat>
  <Paragraphs>4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鄭仁靖</dc:creator>
  <cp:lastModifiedBy>鄭仁靖</cp:lastModifiedBy>
  <cp:revision>2</cp:revision>
  <dcterms:created xsi:type="dcterms:W3CDTF">2026-03-03T07:04:21Z</dcterms:created>
  <dcterms:modified xsi:type="dcterms:W3CDTF">2026-03-05T11:26:15Z</dcterms:modified>
</cp:coreProperties>
</file>