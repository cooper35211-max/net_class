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4B4FA-A64F-2DD8-3AB8-D77C47772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C9B32AD-14FC-801E-43A7-EA9E14955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E77CA7-5E15-CA81-9447-538DA0D41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023A84-D859-43A5-4F49-F6500A39D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D296E0-C164-15EC-8E65-1031891C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4974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07CE7D-BC27-1C0E-5833-E74A98B67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790CC5-4C17-AF5A-440C-117A2A2F9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E01FD69-AEA2-0A25-C4BB-56125BC96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6C41A7C-F341-17C2-E1EE-700964EBC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DFD3AB-DCCB-6DF6-AC38-40CE60E4E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6489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B99277-DB7A-8FD4-F3D7-5617057DB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359389-FF78-716B-AC08-B9285F850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EC1557-043A-9016-4A27-FDB9D7F3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7CA8B-7F23-6980-88A6-37C51AC32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1615F48-E6C4-AD68-BD69-3E6F7F280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135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7F88A-64DB-9C02-E65D-3392FD8F7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EA034D-2287-49F3-5A62-0809A7BB6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D0EAC58-B947-FB47-CFED-12A1FCA10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1DC08B6-13F5-CE56-B5D0-94E65237C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FD82000-D2B2-4E8E-95B1-F843E5E11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05491C6-5018-4DE7-BA19-C67761D3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6817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96A8DF-E440-98C4-D5D2-82163DFA2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B55E6E-C193-9755-FE43-34DFB896E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9D669A-8D1D-6036-C731-7CDC44D280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A828C35-85D3-01F0-2F87-3E371376A5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4574A6D-1AB9-318A-9233-690391FD2E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6F470C7-1837-085D-D85A-86DE812C5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53AC1E1-5146-D465-1E1D-7EB3C11B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2B24FD9-5748-19A6-D6C8-87CC0A7AB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522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19BB8F-0AAB-DF62-CAD0-1ED7F55D5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BA6B3B3-8D1A-C450-F052-3BBDB7DED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6CC7719-83CC-2EC3-0405-845FF8AEF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91B5B5-A365-03C6-64B1-2FBBA3FB4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1716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8A2D506-A3EE-8601-F5B0-6137C861E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87B29E8-2AB7-8D24-791E-B09050D31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A9C334-49C9-B5C1-A05C-7AE698048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788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7D6C80-96A5-CCA7-64C6-31B2C71CF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98617A9-9421-6C29-2528-532D4266C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2E6E309-4D6A-3AFB-954A-742197F1F9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965EED4-CBD9-55D0-C609-599DD475B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F18D878-B38C-069E-4957-43F954EE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A2756CE-2D57-4B1F-0A73-B1FED060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8455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C6123-FACA-08B4-A27A-65D435E76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C18153C-8037-1983-FBB5-638A687A3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1805B54-35CE-B5B7-F25B-81F5B4BE95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5D6C3A-E9EC-4442-AD96-013134AF4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44ED1C-88F6-8A4A-9711-3F32BA2AD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849681D-ED83-69A3-66F1-0A2B22446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549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88F492-6832-3AE9-6C73-949FAFE9B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43B1FF2-07ED-EC0B-A018-F4FB6E58C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6FF89A-1A6C-EDB3-7E16-15737200F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308E16-4E03-F166-184A-01DD1041E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9FBD429-757C-5339-A193-02A60D0AA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8297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141A534-DBFC-CEDA-EE14-4700C4E529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4D0BA3-9369-B777-BB26-3AD6E7AAD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18D6171-5B95-475C-243E-51E020D2F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349EC95-5B0D-0FD7-B98B-92CCEFD8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C79CBF-9BF6-4D1C-932B-283C15DED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3340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1E1673D-D081-326D-E4E8-381D602E4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EF98638-8F4F-5E8E-6769-9F7702520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23E8BB8-6F8D-ED76-08CB-EF695F151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C1CF02-BC93-4CFC-8444-C1F68E6A33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E7BA657-45C3-5158-AAFE-D76FEBD1AE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2DAA60-3553-BE00-FF64-7D872E1E5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9962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DAB849E-7C05-E586-BBB6-1408A6A0B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22" y="5089641"/>
            <a:ext cx="5689895" cy="1367429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95838708-EB9C-70B6-9E33-902401E86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810"/>
          <a:stretch/>
        </p:blipFill>
        <p:spPr>
          <a:xfrm>
            <a:off x="773722" y="588997"/>
            <a:ext cx="5795890" cy="38388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7E72CD84-A2CB-66F4-E195-2024EF6DE9F8}"/>
              </a:ext>
            </a:extLst>
          </p:cNvPr>
          <p:cNvSpPr txBox="1"/>
          <p:nvPr/>
        </p:nvSpPr>
        <p:spPr>
          <a:xfrm>
            <a:off x="7391400" y="2266950"/>
            <a:ext cx="8572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p34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369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CC1FB2FD-5966-5414-0833-7C4FE3182D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426"/>
          <a:stretch/>
        </p:blipFill>
        <p:spPr>
          <a:xfrm>
            <a:off x="0" y="563721"/>
            <a:ext cx="6306918" cy="40719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56FA45C-14A1-B16C-21E5-D8F989036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811" y="948770"/>
            <a:ext cx="4403644" cy="98452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D36D723-29BA-F9EB-0761-2A5488C86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058" y="2485767"/>
            <a:ext cx="4523150" cy="188646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78644B5-C61C-8684-BA49-6FEA91F76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930" y="5351939"/>
            <a:ext cx="5858693" cy="1114581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15027C1A-7632-7D9B-D53B-75569977B150}"/>
              </a:ext>
            </a:extLst>
          </p:cNvPr>
          <p:cNvSpPr/>
          <p:nvPr/>
        </p:nvSpPr>
        <p:spPr>
          <a:xfrm>
            <a:off x="9208655" y="1625600"/>
            <a:ext cx="443346" cy="147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A5623E8-32C7-16AA-9E7B-B86C96FD07E0}"/>
              </a:ext>
            </a:extLst>
          </p:cNvPr>
          <p:cNvSpPr/>
          <p:nvPr/>
        </p:nvSpPr>
        <p:spPr>
          <a:xfrm>
            <a:off x="7462982" y="2613891"/>
            <a:ext cx="2262909" cy="2991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093313-607B-BAAC-F464-C8A04DEA7B2F}"/>
              </a:ext>
            </a:extLst>
          </p:cNvPr>
          <p:cNvSpPr/>
          <p:nvPr/>
        </p:nvSpPr>
        <p:spPr>
          <a:xfrm>
            <a:off x="7462982" y="2912999"/>
            <a:ext cx="2189019" cy="2991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7C82DC9-1028-E7CF-0705-755BE0B47500}"/>
              </a:ext>
            </a:extLst>
          </p:cNvPr>
          <p:cNvSpPr txBox="1"/>
          <p:nvPr/>
        </p:nvSpPr>
        <p:spPr>
          <a:xfrm>
            <a:off x="6605732" y="373221"/>
            <a:ext cx="8572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22562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D349913-3B1E-842D-8943-3272B6D07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77" y="524408"/>
            <a:ext cx="5149387" cy="133408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D36C999-ECEF-12B7-3E3D-28687A12B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77" y="2271014"/>
            <a:ext cx="5229955" cy="174331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E734A7C-FA5E-85A5-9119-C5928BAD3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977" y="4423956"/>
            <a:ext cx="5229955" cy="180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815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3D513BFA-9E74-A0BC-1201-125E424D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922" y="385483"/>
            <a:ext cx="4334480" cy="10764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7CDC234-038D-AAC7-5917-E0B41A90F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922" y="1652343"/>
            <a:ext cx="5306165" cy="203863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785ACC7D-BE2E-B0C0-8983-760BD7E75E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567" y="3881363"/>
            <a:ext cx="5439534" cy="819264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363A740E-36D4-2F37-E21E-82FB4CFFC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1876" y="5036282"/>
            <a:ext cx="3534268" cy="1629002"/>
          </a:xfrm>
          <a:prstGeom prst="rect">
            <a:avLst/>
          </a:prstGeom>
        </p:spPr>
      </p:pic>
      <p:pic>
        <p:nvPicPr>
          <p:cNvPr id="14" name="Picture 3">
            <a:extLst>
              <a:ext uri="{FF2B5EF4-FFF2-40B4-BE49-F238E27FC236}">
                <a16:creationId xmlns:a16="http://schemas.microsoft.com/office/drawing/2014/main" id="{12D8294D-551D-91A4-AA45-F85E478554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692"/>
          <a:stretch/>
        </p:blipFill>
        <p:spPr>
          <a:xfrm>
            <a:off x="189754" y="1516731"/>
            <a:ext cx="5144245" cy="33291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41C3F257-BA9C-7B18-7E21-C1CBABA36550}"/>
              </a:ext>
            </a:extLst>
          </p:cNvPr>
          <p:cNvSpPr/>
          <p:nvPr/>
        </p:nvSpPr>
        <p:spPr>
          <a:xfrm>
            <a:off x="5638800" y="704850"/>
            <a:ext cx="3067050" cy="5143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30E3186-FA6A-A513-9723-E3315205A2F2}"/>
              </a:ext>
            </a:extLst>
          </p:cNvPr>
          <p:cNvSpPr/>
          <p:nvPr/>
        </p:nvSpPr>
        <p:spPr>
          <a:xfrm>
            <a:off x="6410325" y="2028825"/>
            <a:ext cx="3914775" cy="161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9215E1B-7673-24AC-3BC2-547472907B9A}"/>
              </a:ext>
            </a:extLst>
          </p:cNvPr>
          <p:cNvSpPr/>
          <p:nvPr/>
        </p:nvSpPr>
        <p:spPr>
          <a:xfrm>
            <a:off x="5638800" y="2190750"/>
            <a:ext cx="1933575" cy="190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1B0574B-D341-1818-E6EB-688888068C41}"/>
              </a:ext>
            </a:extLst>
          </p:cNvPr>
          <p:cNvSpPr/>
          <p:nvPr/>
        </p:nvSpPr>
        <p:spPr>
          <a:xfrm>
            <a:off x="5638800" y="3000375"/>
            <a:ext cx="2057400" cy="190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65A78A-AC47-C878-6315-E5A71CCE0761}"/>
              </a:ext>
            </a:extLst>
          </p:cNvPr>
          <p:cNvSpPr/>
          <p:nvPr/>
        </p:nvSpPr>
        <p:spPr>
          <a:xfrm>
            <a:off x="5638800" y="3352800"/>
            <a:ext cx="323850" cy="190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49D73ED-2E1A-572B-C6D7-E5E53C0019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567" y="4700627"/>
            <a:ext cx="3534268" cy="1728625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F7F66E61-0FE3-EE44-D0EA-9D4081C9CDDD}"/>
              </a:ext>
            </a:extLst>
          </p:cNvPr>
          <p:cNvSpPr/>
          <p:nvPr/>
        </p:nvSpPr>
        <p:spPr>
          <a:xfrm>
            <a:off x="6829425" y="5381625"/>
            <a:ext cx="3381375" cy="1047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4FDB660-9526-FD05-3793-76A9B6635B7F}"/>
              </a:ext>
            </a:extLst>
          </p:cNvPr>
          <p:cNvSpPr/>
          <p:nvPr/>
        </p:nvSpPr>
        <p:spPr>
          <a:xfrm>
            <a:off x="2828925" y="5465137"/>
            <a:ext cx="3467219" cy="1116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4FE0574-7A0A-C01E-DD6D-F08A42E2ECB6}"/>
              </a:ext>
            </a:extLst>
          </p:cNvPr>
          <p:cNvSpPr txBox="1"/>
          <p:nvPr/>
        </p:nvSpPr>
        <p:spPr>
          <a:xfrm>
            <a:off x="1171575" y="385483"/>
            <a:ext cx="8572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p37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842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003457A-1D22-B9A2-6D3C-94B4BBB20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59" y="691847"/>
            <a:ext cx="6890881" cy="171810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D56559F3-1CE4-329C-A5B3-438E7B71A0B7}"/>
              </a:ext>
            </a:extLst>
          </p:cNvPr>
          <p:cNvSpPr txBox="1"/>
          <p:nvPr/>
        </p:nvSpPr>
        <p:spPr>
          <a:xfrm>
            <a:off x="363359" y="3057525"/>
            <a:ext cx="396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input</a:t>
            </a:r>
            <a:r>
              <a:rPr lang="zh-TW" altLang="en-US" dirty="0"/>
              <a:t>輸入</a:t>
            </a:r>
            <a:endParaRPr lang="en-US" altLang="zh-TW" dirty="0"/>
          </a:p>
          <a:p>
            <a:r>
              <a:rPr lang="en-US" altLang="zh-TW" dirty="0"/>
              <a:t>//</a:t>
            </a:r>
            <a:r>
              <a:rPr lang="zh-TW" altLang="en-US" dirty="0"/>
              <a:t>整除</a:t>
            </a:r>
            <a:endParaRPr lang="en-US" altLang="zh-TW" dirty="0"/>
          </a:p>
          <a:p>
            <a:r>
              <a:rPr lang="en-US" altLang="zh-TW" dirty="0"/>
              <a:t>%</a:t>
            </a:r>
            <a:r>
              <a:rPr lang="zh-TW" altLang="en-US" dirty="0"/>
              <a:t>取餘數</a:t>
            </a:r>
            <a:endParaRPr lang="en-US" altLang="zh-TW" dirty="0"/>
          </a:p>
          <a:p>
            <a:r>
              <a:rPr lang="en-US" altLang="zh-TW" dirty="0"/>
              <a:t>.format()</a:t>
            </a:r>
            <a:r>
              <a:rPr lang="zh-TW" altLang="en-US" dirty="0"/>
              <a:t>把字串輸入到</a:t>
            </a:r>
            <a:r>
              <a:rPr lang="en-US" altLang="zh-TW" dirty="0"/>
              <a:t>{}</a:t>
            </a:r>
            <a:r>
              <a:rPr lang="zh-TW" altLang="en-US" dirty="0"/>
              <a:t>裡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5347413-5E86-FBD7-2677-E9346FAD6E31}"/>
              </a:ext>
            </a:extLst>
          </p:cNvPr>
          <p:cNvSpPr txBox="1"/>
          <p:nvPr/>
        </p:nvSpPr>
        <p:spPr>
          <a:xfrm>
            <a:off x="7797800" y="2225282"/>
            <a:ext cx="116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practice1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528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8EC79-9022-42D1-3629-23733E34E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CF83840E-0139-0527-F78D-2108457ECA00}"/>
              </a:ext>
            </a:extLst>
          </p:cNvPr>
          <p:cNvSpPr txBox="1"/>
          <p:nvPr/>
        </p:nvSpPr>
        <p:spPr>
          <a:xfrm>
            <a:off x="4145507" y="2309419"/>
            <a:ext cx="1576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輸出</a:t>
            </a:r>
            <a:endParaRPr lang="en-US" altLang="zh-TW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B0E1EBB-7CCE-C872-E2AB-1AC7524963B6}"/>
              </a:ext>
            </a:extLst>
          </p:cNvPr>
          <p:cNvSpPr txBox="1"/>
          <p:nvPr/>
        </p:nvSpPr>
        <p:spPr>
          <a:xfrm>
            <a:off x="10274300" y="278116"/>
            <a:ext cx="116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p46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B85B7E9-D5BF-9386-AA00-874556A33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88" y="1294116"/>
            <a:ext cx="3458058" cy="481079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F56BC21-C219-54FC-0F40-10D949B8F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507" y="2760911"/>
            <a:ext cx="2823276" cy="2132205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C977124F-3B09-7047-C5F4-F2F755266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4156" y="1974006"/>
            <a:ext cx="4724656" cy="149165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42183FA9-9119-116E-BF8F-09D84493B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4156" y="4038781"/>
            <a:ext cx="4724656" cy="1341135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D14316C1-3DEC-A5AC-311B-F9188250E56A}"/>
              </a:ext>
            </a:extLst>
          </p:cNvPr>
          <p:cNvSpPr/>
          <p:nvPr/>
        </p:nvSpPr>
        <p:spPr>
          <a:xfrm>
            <a:off x="1325880" y="1882140"/>
            <a:ext cx="2141220" cy="4272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A2658DE-C46D-F3DE-A428-946CB4287F56}"/>
              </a:ext>
            </a:extLst>
          </p:cNvPr>
          <p:cNvSpPr/>
          <p:nvPr/>
        </p:nvSpPr>
        <p:spPr>
          <a:xfrm>
            <a:off x="4145507" y="2887980"/>
            <a:ext cx="2354353" cy="4343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12EBB0-4575-E627-8F09-C5198E84F730}"/>
              </a:ext>
            </a:extLst>
          </p:cNvPr>
          <p:cNvSpPr/>
          <p:nvPr/>
        </p:nvSpPr>
        <p:spPr>
          <a:xfrm>
            <a:off x="7261860" y="3093720"/>
            <a:ext cx="3840480" cy="3352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27A0A90-C4B0-6714-9958-BEE096253A92}"/>
              </a:ext>
            </a:extLst>
          </p:cNvPr>
          <p:cNvSpPr/>
          <p:nvPr/>
        </p:nvSpPr>
        <p:spPr>
          <a:xfrm>
            <a:off x="830580" y="3147060"/>
            <a:ext cx="1150620" cy="556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5BFCF7F-7689-1F38-497D-F4592EE6C57D}"/>
              </a:ext>
            </a:extLst>
          </p:cNvPr>
          <p:cNvSpPr/>
          <p:nvPr/>
        </p:nvSpPr>
        <p:spPr>
          <a:xfrm>
            <a:off x="4206240" y="3558540"/>
            <a:ext cx="1569720" cy="4343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1E7FF128-453D-36EA-1DA6-00CDB67E6821}"/>
              </a:ext>
            </a:extLst>
          </p:cNvPr>
          <p:cNvSpPr/>
          <p:nvPr/>
        </p:nvSpPr>
        <p:spPr>
          <a:xfrm>
            <a:off x="830580" y="3878580"/>
            <a:ext cx="1623060" cy="78486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798837A-3E98-568F-DA41-B94ABFD4B34A}"/>
              </a:ext>
            </a:extLst>
          </p:cNvPr>
          <p:cNvSpPr/>
          <p:nvPr/>
        </p:nvSpPr>
        <p:spPr>
          <a:xfrm>
            <a:off x="4206240" y="4282440"/>
            <a:ext cx="2606040" cy="24384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759E8857-C60A-EC02-6EEA-C24ABF0DCDA5}"/>
              </a:ext>
            </a:extLst>
          </p:cNvPr>
          <p:cNvSpPr/>
          <p:nvPr/>
        </p:nvSpPr>
        <p:spPr>
          <a:xfrm>
            <a:off x="7164156" y="4373880"/>
            <a:ext cx="3313344" cy="35052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892C2E78-756F-3332-0E58-5E12A0D1AAB0}"/>
              </a:ext>
            </a:extLst>
          </p:cNvPr>
          <p:cNvSpPr/>
          <p:nvPr/>
        </p:nvSpPr>
        <p:spPr>
          <a:xfrm>
            <a:off x="4206240" y="4526280"/>
            <a:ext cx="579120" cy="19812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239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2585-0E6B-C802-4AFE-F3D335CB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34512578-C347-4D35-A41D-A6705C5F1C52}"/>
              </a:ext>
            </a:extLst>
          </p:cNvPr>
          <p:cNvSpPr txBox="1"/>
          <p:nvPr/>
        </p:nvSpPr>
        <p:spPr>
          <a:xfrm>
            <a:off x="363359" y="4606925"/>
            <a:ext cx="396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input</a:t>
            </a:r>
            <a:r>
              <a:rPr lang="zh-TW" altLang="en-US" dirty="0"/>
              <a:t>輸入</a:t>
            </a:r>
            <a:endParaRPr lang="en-US" altLang="zh-TW" dirty="0"/>
          </a:p>
          <a:p>
            <a:r>
              <a:rPr lang="en-US" altLang="zh-TW" dirty="0"/>
              <a:t>//</a:t>
            </a:r>
            <a:r>
              <a:rPr lang="zh-TW" altLang="en-US" dirty="0"/>
              <a:t>整除</a:t>
            </a:r>
            <a:endParaRPr lang="en-US" altLang="zh-TW" dirty="0"/>
          </a:p>
          <a:p>
            <a:r>
              <a:rPr lang="en-US" altLang="zh-TW" dirty="0"/>
              <a:t>%</a:t>
            </a:r>
            <a:r>
              <a:rPr lang="zh-TW" altLang="en-US" dirty="0"/>
              <a:t>取餘數</a:t>
            </a:r>
            <a:endParaRPr lang="en-US" altLang="zh-TW" dirty="0"/>
          </a:p>
          <a:p>
            <a:r>
              <a:rPr lang="en-US" altLang="zh-TW" dirty="0"/>
              <a:t>.format()</a:t>
            </a:r>
            <a:r>
              <a:rPr lang="zh-TW" altLang="en-US" dirty="0"/>
              <a:t>把字串輸入到</a:t>
            </a:r>
            <a:r>
              <a:rPr lang="en-US" altLang="zh-TW" dirty="0"/>
              <a:t>{}</a:t>
            </a:r>
            <a:r>
              <a:rPr lang="zh-TW" altLang="en-US" dirty="0"/>
              <a:t>裡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8DEB98E-183C-7BBB-32FC-ED7D2323E8EE}"/>
              </a:ext>
            </a:extLst>
          </p:cNvPr>
          <p:cNvSpPr txBox="1"/>
          <p:nvPr/>
        </p:nvSpPr>
        <p:spPr>
          <a:xfrm>
            <a:off x="10477500" y="485463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p55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6120DD9-3AEE-0546-E0F1-F14607B31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59" y="854795"/>
            <a:ext cx="4099568" cy="311030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ECAE17E-5019-FDD1-E793-C57A331D5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998" y="1897888"/>
            <a:ext cx="2972215" cy="206721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2000A2F8-3F55-C075-1275-DBE534713BEB}"/>
              </a:ext>
            </a:extLst>
          </p:cNvPr>
          <p:cNvSpPr txBox="1"/>
          <p:nvPr/>
        </p:nvSpPr>
        <p:spPr>
          <a:xfrm>
            <a:off x="4462927" y="1420419"/>
            <a:ext cx="1576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輸出</a:t>
            </a:r>
            <a:endParaRPr lang="en-US" altLang="zh-TW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6E09797-EEE3-8DCC-2505-C6C324139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4775" y="1420419"/>
            <a:ext cx="4425493" cy="161421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A20D79D4-59D7-A633-DF7F-F1696CDEE1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51" y="3220480"/>
            <a:ext cx="4473118" cy="1232478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98274BC8-1454-7A1C-281D-B385FEA7A3F6}"/>
              </a:ext>
            </a:extLst>
          </p:cNvPr>
          <p:cNvSpPr/>
          <p:nvPr/>
        </p:nvSpPr>
        <p:spPr>
          <a:xfrm>
            <a:off x="8515350" y="2228850"/>
            <a:ext cx="530082" cy="161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4298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D9F28-07FA-2EA4-492A-0F714C0F4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9AE37A9-4471-9BB9-0918-BBC1A463EEA7}"/>
              </a:ext>
            </a:extLst>
          </p:cNvPr>
          <p:cNvSpPr txBox="1"/>
          <p:nvPr/>
        </p:nvSpPr>
        <p:spPr>
          <a:xfrm>
            <a:off x="363359" y="4606925"/>
            <a:ext cx="396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input</a:t>
            </a:r>
            <a:r>
              <a:rPr lang="zh-TW" altLang="en-US" dirty="0"/>
              <a:t>輸入</a:t>
            </a:r>
            <a:endParaRPr lang="en-US" altLang="zh-TW" dirty="0"/>
          </a:p>
          <a:p>
            <a:r>
              <a:rPr lang="en-US" altLang="zh-TW" dirty="0"/>
              <a:t>//</a:t>
            </a:r>
            <a:r>
              <a:rPr lang="zh-TW" altLang="en-US" dirty="0"/>
              <a:t>整除</a:t>
            </a:r>
            <a:endParaRPr lang="en-US" altLang="zh-TW" dirty="0"/>
          </a:p>
          <a:p>
            <a:r>
              <a:rPr lang="en-US" altLang="zh-TW" dirty="0"/>
              <a:t>%</a:t>
            </a:r>
            <a:r>
              <a:rPr lang="zh-TW" altLang="en-US" dirty="0"/>
              <a:t>取餘數</a:t>
            </a:r>
            <a:endParaRPr lang="en-US" altLang="zh-TW" dirty="0"/>
          </a:p>
          <a:p>
            <a:r>
              <a:rPr lang="en-US" altLang="zh-TW" dirty="0"/>
              <a:t>.format()</a:t>
            </a:r>
            <a:r>
              <a:rPr lang="zh-TW" altLang="en-US" dirty="0"/>
              <a:t>把字串輸入到</a:t>
            </a:r>
            <a:r>
              <a:rPr lang="en-US" altLang="zh-TW" dirty="0"/>
              <a:t>{}</a:t>
            </a:r>
            <a:r>
              <a:rPr lang="zh-TW" altLang="en-US" dirty="0"/>
              <a:t>裡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2F794EE-3554-5B66-B42F-E1035349BC1B}"/>
              </a:ext>
            </a:extLst>
          </p:cNvPr>
          <p:cNvSpPr txBox="1"/>
          <p:nvPr/>
        </p:nvSpPr>
        <p:spPr>
          <a:xfrm>
            <a:off x="10477500" y="485463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p55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DC49B8A-2C3B-EB84-798B-324481D16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59" y="854795"/>
            <a:ext cx="4099568" cy="311030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392DDA7-848D-7F4B-C4D7-C9036D5AF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998" y="1897888"/>
            <a:ext cx="2972215" cy="206721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0A1D85DC-6CEE-9961-C2AF-62D3A6D411BC}"/>
              </a:ext>
            </a:extLst>
          </p:cNvPr>
          <p:cNvSpPr txBox="1"/>
          <p:nvPr/>
        </p:nvSpPr>
        <p:spPr>
          <a:xfrm>
            <a:off x="4462927" y="1420419"/>
            <a:ext cx="1576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輸出</a:t>
            </a:r>
            <a:endParaRPr lang="en-US" altLang="zh-TW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328C5D79-CC90-27C5-7F32-83DAFBD198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4775" y="1420419"/>
            <a:ext cx="4425493" cy="161421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6D35D5A-BB04-4146-FFFD-172968143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51" y="3220480"/>
            <a:ext cx="4473118" cy="1232478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9CBFB06D-71F8-5982-6E51-67D7293DB3E1}"/>
              </a:ext>
            </a:extLst>
          </p:cNvPr>
          <p:cNvSpPr/>
          <p:nvPr/>
        </p:nvSpPr>
        <p:spPr>
          <a:xfrm>
            <a:off x="8515350" y="2228850"/>
            <a:ext cx="530082" cy="161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8585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67FE0-05D8-D3F9-EE1C-5E505EA9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CA21CCCF-EC05-CCAA-C509-C48C15B6332D}"/>
              </a:ext>
            </a:extLst>
          </p:cNvPr>
          <p:cNvSpPr txBox="1"/>
          <p:nvPr/>
        </p:nvSpPr>
        <p:spPr>
          <a:xfrm>
            <a:off x="10477500" y="485463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p56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DC03763-1F18-2531-FC1B-7A827CD35E26}"/>
              </a:ext>
            </a:extLst>
          </p:cNvPr>
          <p:cNvSpPr txBox="1"/>
          <p:nvPr/>
        </p:nvSpPr>
        <p:spPr>
          <a:xfrm>
            <a:off x="3520793" y="854795"/>
            <a:ext cx="794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輸出</a:t>
            </a:r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9AA698C-720B-51AE-E84A-2653BD53F4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609"/>
          <a:stretch>
            <a:fillRect/>
          </a:stretch>
        </p:blipFill>
        <p:spPr>
          <a:xfrm>
            <a:off x="148663" y="854795"/>
            <a:ext cx="3318051" cy="277261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747EA1C-82E7-BC01-9769-DE9277A4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97" y="3774872"/>
            <a:ext cx="2676899" cy="2076740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A944C3C-3282-C355-F448-F8B3C1CC3E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793" y="1523893"/>
            <a:ext cx="3770132" cy="1691642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778D1512-D866-3387-8226-7A12B5A4AB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005" y="1523893"/>
            <a:ext cx="4610774" cy="1782469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4D90653D-C445-40C5-B193-E99A68A367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5005" y="3551639"/>
            <a:ext cx="4716798" cy="1544236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B01BA69D-1EAF-98A1-2C44-B1F5A38AFD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7724" y="5464115"/>
            <a:ext cx="6128055" cy="77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65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60</Words>
  <Application>Microsoft Office PowerPoint</Application>
  <PresentationFormat>寬螢幕</PresentationFormat>
  <Paragraphs>24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鄭仁靖</dc:creator>
  <cp:lastModifiedBy>鄭仁靖</cp:lastModifiedBy>
  <cp:revision>3</cp:revision>
  <dcterms:created xsi:type="dcterms:W3CDTF">2026-03-03T07:04:21Z</dcterms:created>
  <dcterms:modified xsi:type="dcterms:W3CDTF">2026-03-09T03:43:54Z</dcterms:modified>
</cp:coreProperties>
</file>